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749040" y="1737360"/>
            <a:ext cx="2560320" cy="2560320"/>
          </a:xfrm>
          <a:prstGeom prst="ellipse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1874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TECHNOLOGY</a:t>
            </a:r>
            <a:br/>
            <a:r>
              <a:t>SUPPLY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926079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337559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ThyssenKrupp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926079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3337559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Hardt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42900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84048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Zeleros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42900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84048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Swisspod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37360"/>
            <a:ext cx="2560320" cy="2560320"/>
          </a:xfrm>
          <a:prstGeom prst="ellipse">
            <a:avLst/>
          </a:prstGeom>
          <a:solidFill>
            <a:srgbClr val="107C41"/>
          </a:solidFill>
          <a:ln w="2540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874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FINANCIAL</a:t>
            </a:r>
            <a:br/>
            <a:r>
              <a:t>STRUCTURING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926079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337559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UniCredit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926079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337559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Brookfield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42900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84048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Macquarie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42900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84048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EIB</a:t>
            </a:r>
          </a:p>
        </p:txBody>
      </p:sp>
      <p:sp>
        <p:nvSpPr>
          <p:cNvPr id="23" name="Oval 22"/>
          <p:cNvSpPr/>
          <p:nvPr/>
        </p:nvSpPr>
        <p:spPr>
          <a:xfrm>
            <a:off x="3749040" y="4480560"/>
            <a:ext cx="2560320" cy="2560320"/>
          </a:xfrm>
          <a:prstGeom prst="ellipse">
            <a:avLst/>
          </a:prstGeom>
          <a:solidFill>
            <a:srgbClr val="E8590C"/>
          </a:solidFill>
          <a:ln w="2540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66928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608076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Italferr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0" y="4480560"/>
            <a:ext cx="2560320" cy="2560320"/>
          </a:xfrm>
          <a:prstGeom prst="ellipse">
            <a:avLst/>
          </a:prstGeom>
          <a:solidFill>
            <a:srgbClr val="881798"/>
          </a:solidFill>
          <a:ln w="25400">
            <a:solidFill>
              <a:srgbClr val="8817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617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PROJECT</a:t>
            </a:r>
            <a:br/>
            <a:r>
              <a:t>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566928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608076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WeBuild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566928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608076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Leonardo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617220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658368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Fastweb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6172200"/>
            <a:ext cx="5029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658368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C3C3C"/>
                </a:solidFill>
              </a:defRPr>
            </a:pPr>
            <a:r>
              <a:t>UniTo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474720"/>
            <a:ext cx="1828800" cy="1828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hyper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224528"/>
            <a:ext cx="1463040" cy="32772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18288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/>
            </a:pPr>
            <a:r>
              <a:t>HYPERWORKS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