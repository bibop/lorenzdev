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8"/>
  </p:normalViewPr>
  <p:slideViewPr>
    <p:cSldViewPr snapToGrid="0" snapToObjects="1">
      <p:cViewPr varScale="1">
        <p:scale>
          <a:sx n="107" d="100"/>
          <a:sy n="107" d="100"/>
        </p:scale>
        <p:origin x="36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611880" y="1691640"/>
            <a:ext cx="2651760" cy="2651760"/>
          </a:xfrm>
          <a:prstGeom prst="ellipse">
            <a:avLst/>
          </a:prstGeom>
          <a:solidFill>
            <a:srgbClr val="0078D4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749040" y="180136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TECHNOLOGY</a:t>
            </a:r>
            <a:br/>
            <a:r>
              <a:t>SUPPLY 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2697480"/>
            <a:ext cx="8229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thyssenkru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2743200"/>
            <a:ext cx="472710" cy="365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937760" y="2697480"/>
            <a:ext cx="8229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hard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743200"/>
            <a:ext cx="731520" cy="13118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114800" y="3154680"/>
            <a:ext cx="8229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zeler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3200400"/>
            <a:ext cx="482454" cy="3657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937760" y="3154680"/>
            <a:ext cx="8229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wisspo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200400"/>
            <a:ext cx="731520" cy="231053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8366760" y="1691640"/>
            <a:ext cx="2651760" cy="2651760"/>
          </a:xfrm>
          <a:prstGeom prst="ellipse">
            <a:avLst/>
          </a:prstGeom>
          <a:solidFill>
            <a:srgbClr val="107C41"/>
          </a:solidFill>
          <a:ln w="2540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0" y="180136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FINANCIAL</a:t>
            </a:r>
            <a:br/>
            <a:r>
              <a:t>STRUCTURING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2697480"/>
            <a:ext cx="8229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unicredi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0" y="2743200"/>
            <a:ext cx="731520" cy="111557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692640" y="2697480"/>
            <a:ext cx="8229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brookf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38360" y="2743200"/>
            <a:ext cx="731520" cy="10972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869680" y="3154680"/>
            <a:ext cx="8229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macquari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15400" y="3200400"/>
            <a:ext cx="731520" cy="12893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9692640" y="3154680"/>
            <a:ext cx="8229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ei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38360" y="3200400"/>
            <a:ext cx="731520" cy="195682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3611880" y="4434840"/>
            <a:ext cx="2651760" cy="2651760"/>
          </a:xfrm>
          <a:prstGeom prst="ellipse">
            <a:avLst/>
          </a:prstGeom>
          <a:solidFill>
            <a:srgbClr val="E8590C"/>
          </a:solidFill>
          <a:ln w="25400">
            <a:solidFill>
              <a:srgbClr val="E859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49040" y="454456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OPERATIONS</a:t>
            </a:r>
          </a:p>
        </p:txBody>
      </p:sp>
      <p:pic>
        <p:nvPicPr>
          <p:cNvPr id="25" name="Picture 24" descr="italfer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89120" y="5532120"/>
            <a:ext cx="1097280" cy="351130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8366760" y="4434840"/>
            <a:ext cx="2651760" cy="2651760"/>
          </a:xfrm>
          <a:prstGeom prst="ellipse">
            <a:avLst/>
          </a:prstGeom>
          <a:solidFill>
            <a:srgbClr val="881798"/>
          </a:solidFill>
          <a:ln w="25400">
            <a:solidFill>
              <a:srgbClr val="8817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0" y="454456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PROJECT</a:t>
            </a:r>
            <a:br/>
            <a:r>
              <a:t>MANAGEMENT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9680" y="5440680"/>
            <a:ext cx="8229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webuil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15400" y="5486400"/>
            <a:ext cx="731520" cy="202082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9692640" y="5440680"/>
            <a:ext cx="8229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leonardo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38360" y="5486400"/>
            <a:ext cx="731520" cy="129845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8869680" y="5897880"/>
            <a:ext cx="8229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fastweb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15400" y="5943600"/>
            <a:ext cx="731520" cy="12253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9692640" y="5897880"/>
            <a:ext cx="8229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unito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38360" y="5943600"/>
            <a:ext cx="731520" cy="47549"/>
          </a:xfrm>
          <a:prstGeom prst="rect">
            <a:avLst/>
          </a:prstGeom>
        </p:spPr>
      </p:pic>
      <p:sp>
        <p:nvSpPr>
          <p:cNvPr id="36" name="Oval 35"/>
          <p:cNvSpPr/>
          <p:nvPr/>
        </p:nvSpPr>
        <p:spPr>
          <a:xfrm>
            <a:off x="6355080" y="3337560"/>
            <a:ext cx="1920240" cy="19202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hyperworks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37960" y="4114800"/>
            <a:ext cx="1554480" cy="34820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57200" y="1371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82828"/>
                </a:solidFill>
              </a:defRPr>
            </a:pPr>
            <a:r>
              <a:t>HYPERWORKS ECOSYSTEM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4864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Strategic Partners &amp; Collaborators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7772400"/>
            <a:ext cx="1371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69696"/>
                </a:solidFill>
              </a:defRPr>
            </a:pPr>
            <a:r>
              <a:t>www.hyper.works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</Words>
  <Application>Microsoft Macintosh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Hyperworks</cp:lastModifiedBy>
  <cp:revision>1</cp:revision>
  <dcterms:created xsi:type="dcterms:W3CDTF">2013-01-27T09:14:16Z</dcterms:created>
  <dcterms:modified xsi:type="dcterms:W3CDTF">2026-01-19T13:57:20Z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2026-01-19T13:57:20Z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930e048d-f839-4a1d-aad4-26775753e978</vt:lpwstr>
  </property>
  <property fmtid="{D5CDD505-2E9C-101B-9397-08002B2CF9AE}" pid="7" name="MSIP_Label_defa4170-0d19-0005-0004-bc88714345d2_ActionId">
    <vt:lpwstr>c6d0bd37-dd47-468c-aa1a-b9078c231ec6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